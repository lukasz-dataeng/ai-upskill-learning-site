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14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571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286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000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009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2019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028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4038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0047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6057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2066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4085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0095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6104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2114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88123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4133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0142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61520" cy="3200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32004"/>
            <a:ext cx="12161520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solidFill>
            <a:srgbClr val="06101F"/>
          </a:solidFill>
          <a:ln w="7620">
            <a:solidFill>
              <a:srgbClr val="4A63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4A6380"/>
                </a:solidFill>
              </a:rPr>
              <a:t>AI UPSKILL · MAY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1168" y="5303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LEARNING SITE GENERATOR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solidFill>
            <a:srgbClr val="06101F"/>
          </a:solidFill>
          <a:ln w="1016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A6380"/>
                </a:solidFill>
              </a:rPr>
              <a:t>3-WEEK INITIATIVE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" y="1143000"/>
            <a:ext cx="3154680" cy="16459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" y="12710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TEAM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01752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1752" y="154533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100" b="1" dirty="0">
                <a:solidFill>
                  <a:srgbClr val="FFFFFF"/>
                </a:solidFill>
              </a:rPr>
              <a:t>Łukasz Kwaśniewski</a:t>
            </a:r>
            <a:endParaRPr lang="en-US" sz="1100" dirty="0"/>
          </a:p>
          <a:p>
            <a:pPr marL="0" indent="0">
              <a:buNone/>
            </a:pPr>
            <a:r>
              <a:rPr lang="pl-PL" sz="850" dirty="0">
                <a:solidFill>
                  <a:srgbClr val="00C8E0"/>
                </a:solidFill>
              </a:rPr>
              <a:t>Student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" y="2926080"/>
            <a:ext cx="3154680" cy="178308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" y="305409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TECH STACK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1752" y="32552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Node.js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Cloudflare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GitHub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Claude Code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js-yaml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cheerio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EPAM DIAL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64592" y="4846320"/>
            <a:ext cx="3154680" cy="170992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01752" y="497433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BUSINESS CHALLENGES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" y="517550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01752" y="5248656"/>
            <a:ext cx="2880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50" dirty="0">
                <a:solidFill>
                  <a:srgbClr val="A8BFDA"/>
                </a:solidFill>
              </a:rPr>
              <a:t>Study content trapped in one-off files</a:t>
            </a:r>
            <a:endParaRPr lang="en-US" sz="8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50" dirty="0">
                <a:solidFill>
                  <a:srgbClr val="A8BFDA"/>
                </a:solidFill>
              </a:rPr>
              <a:t>New topics mean repetitive manual web work</a:t>
            </a:r>
            <a:endParaRPr lang="en-US" sz="8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50" dirty="0">
                <a:solidFill>
                  <a:srgbClr val="A8BFDA"/>
                </a:solidFill>
              </a:rPr>
              <a:t>“Spec-driven” claimed more than proven</a:t>
            </a:r>
            <a:endParaRPr lang="en-US" sz="8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50" dirty="0">
                <a:solidFill>
                  <a:srgbClr val="A8BFDA"/>
                </a:solidFill>
              </a:rPr>
              <a:t>No path yet from bare questions to an LLM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483864" y="1143000"/>
            <a:ext cx="4892040" cy="9601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21024" y="127101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621024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21024" y="15453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FDA"/>
                </a:solidFill>
              </a:rPr>
              <a:t>A static-site generator for the AI Upskill initiative: structured Q&amp;A decks become a fast, interactive, self-quizzing site. The first deck — 44 AI-engineering interview questions — proves the pipeline end to end.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83864" y="2240280"/>
            <a:ext cx="4892040" cy="431596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21024" y="236829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SOLUTION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21024" y="25694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48456" y="4837176"/>
            <a:ext cx="4562856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48456" y="4928616"/>
            <a:ext cx="456285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A8BFDA"/>
                </a:solidFill>
              </a:rPr>
              <a:t>Node.js build script renders each deck’s YAML through a template lifted from the original prototype’s own CSS/JS — zero framework. A one-time script (cheerio) migrated the first deck from HTML, self-validating question counts against the source. Output is fully static, deployed on Cloudflare Pages. Content fields trust a small set of inline HTML, a deliberate choice since decks are author-written.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540496" y="1143000"/>
            <a:ext cx="3456432" cy="541324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677656" y="127101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OTHERS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677656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677656" y="1600200"/>
            <a:ext cx="36576" cy="1143000"/>
          </a:xfrm>
          <a:prstGeom prst="rect">
            <a:avLst/>
          </a:prstGeom>
          <a:solidFill>
            <a:srgbClr val="6B28E0"/>
          </a:solidFill>
          <a:ln w="12700">
            <a:solidFill>
              <a:srgbClr val="6B2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796528" y="169164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IMPACT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796528" y="191109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Working PoC verified end-to-end in a real browser: search, filters, expand/collapse, confidence tracking and theme toggle all match the original exactly. A new topic is now one YAML file, not a new page.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677656" y="283464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677656" y="292608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796528" y="30175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LEARNINGS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796528" y="323697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Reading the actual script mattered: the confidence tracker was never persisted — an earlier assumption was wrong. EPAM DIAL exposes an Azure-OpenAI-shaped API, the concrete link to Azure AI Foundry.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677656" y="416052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677656" y="425196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796528" y="434340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NEXT STEPS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796528" y="456285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Publish: public GitHub repo, Cloudflare Pages project, first live deploy. Wire answer generation to an EPAM DIAL endpoint for future bare-question decks. Package the publish flow as a reusable Claude Code skill.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677656" y="562356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796528" y="574243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ADDITIONAL NOTES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796528" y="5980176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4A6380"/>
                </a:solidFill>
              </a:rPr>
              <a:t>Spec: specs/site-generator/spec.md in-repo. Public repo + live URL added here once published — see the README’s status list for what’s left.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5"/>
          </a:solidFill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01168" y="66111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.NET AI UPSKILL INITIATIVE — MAY 2026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9966960" y="66111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CONFIDENTIAL</a:t>
            </a:r>
            <a:endParaRPr lang="en-US" sz="700" dirty="0"/>
          </a:p>
        </p:txBody>
      </p:sp>
      <p:pic>
        <p:nvPicPr>
          <p:cNvPr id="200" name="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932735"/>
            <a:ext cx="4288536" cy="14771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334</Words>
  <Application>Microsoft Office PowerPoint</Application>
  <PresentationFormat>Panoramiczny</PresentationFormat>
  <Paragraphs>35</Paragraphs>
  <Slides>1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Łukasz Kwaśniewski</cp:lastModifiedBy>
  <cp:revision>3</cp:revision>
  <dcterms:created xsi:type="dcterms:W3CDTF">2026-04-23T17:39:49Z</dcterms:created>
  <dcterms:modified xsi:type="dcterms:W3CDTF">2026-09-03T16:25:58Z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2026-04-23T18:24:49Z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8989d48e-950a-4fe5-ab54-11814b72000a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